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c44a6f7564aa6" /><Relationship Type="http://schemas.openxmlformats.org/officeDocument/2006/relationships/extended-properties" Target="/docProps/app.xml" Id="Re294998ce8484a76" /><Relationship Type="http://schemas.openxmlformats.org/officeDocument/2006/relationships/officeDocument" Target="/ppt/presentation.xml" Id="R447e3f16e88c4c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a81e94bac0408d"/>
  </p:sldMasterIdLst>
  <p:notesMasterIdLst>
    <p:notesMasterId xmlns:r="http://schemas.openxmlformats.org/officeDocument/2006/relationships" r:id="Rfd022570b7a6431b"/>
  </p:notesMasterIdLst>
  <p:sldIdLst>
    <p:sldId xmlns:r="http://schemas.openxmlformats.org/officeDocument/2006/relationships" id="256" r:id="Rbd3052a30a8f47c3"/>
    <p:sldId xmlns:r="http://schemas.openxmlformats.org/officeDocument/2006/relationships" id="257" r:id="R12da6ca42f96440d"/>
    <p:sldId xmlns:r="http://schemas.openxmlformats.org/officeDocument/2006/relationships" id="258" r:id="R956a2a95afdc4291"/>
    <p:sldId xmlns:r="http://schemas.openxmlformats.org/officeDocument/2006/relationships" id="259" r:id="Rb986dcea338f40ab"/>
    <p:sldId xmlns:r="http://schemas.openxmlformats.org/officeDocument/2006/relationships" id="260" r:id="Reec1e5ffee5543e5"/>
    <p:sldId xmlns:r="http://schemas.openxmlformats.org/officeDocument/2006/relationships" id="261" r:id="R235d71aca73b4246"/>
    <p:sldId xmlns:r="http://schemas.openxmlformats.org/officeDocument/2006/relationships" id="262" r:id="Rd18bffbdaa6f4ae2"/>
    <p:sldId xmlns:r="http://schemas.openxmlformats.org/officeDocument/2006/relationships" id="263" r:id="R1221741e2dd34e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c9d461f9f54282" /><Relationship Type="http://schemas.openxmlformats.org/officeDocument/2006/relationships/slideMaster" Target="/ppt/slideMasters/slideMaster1.xml" Id="R10a81e94bac0408d" /><Relationship Type="http://schemas.openxmlformats.org/officeDocument/2006/relationships/notesMaster" Target="/ppt/notesMasters/notesMaster1.xml" Id="Rfd022570b7a6431b" /><Relationship Type="http://schemas.openxmlformats.org/officeDocument/2006/relationships/presProps" Target="/ppt/presProps.xml" Id="R066594c384254c96" /><Relationship Type="http://schemas.openxmlformats.org/officeDocument/2006/relationships/tableStyles" Target="/ppt/tableStyles.xml" Id="Rcddc7e23bfd84345" /><Relationship Type="http://schemas.openxmlformats.org/officeDocument/2006/relationships/slide" Target="/ppt/slides/slide1.xml" Id="Rbd3052a30a8f47c3" /><Relationship Type="http://schemas.openxmlformats.org/officeDocument/2006/relationships/slide" Target="/ppt/slides/slide2.xml" Id="R12da6ca42f96440d" /><Relationship Type="http://schemas.openxmlformats.org/officeDocument/2006/relationships/slide" Target="/ppt/slides/slide3.xml" Id="R956a2a95afdc4291" /><Relationship Type="http://schemas.openxmlformats.org/officeDocument/2006/relationships/slide" Target="/ppt/slides/slide4.xml" Id="Rb986dcea338f40ab" /><Relationship Type="http://schemas.openxmlformats.org/officeDocument/2006/relationships/slide" Target="/ppt/slides/slide5.xml" Id="Reec1e5ffee5543e5" /><Relationship Type="http://schemas.openxmlformats.org/officeDocument/2006/relationships/slide" Target="/ppt/slides/slide6.xml" Id="R235d71aca73b4246" /><Relationship Type="http://schemas.openxmlformats.org/officeDocument/2006/relationships/slide" Target="/ppt/slides/slide7.xml" Id="Rd18bffbdaa6f4ae2" /><Relationship Type="http://schemas.openxmlformats.org/officeDocument/2006/relationships/slide" Target="/ppt/slides/slide8.xml" Id="R1221741e2dd3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ba02bc3eb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47f228a1f4631" /><Relationship Type="http://schemas.openxmlformats.org/officeDocument/2006/relationships/notesMaster" Target="/ppt/notesMasters/notesMaster1.xml" Id="Rfed1a1bb8c034d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0eca84854401a" /><Relationship Type="http://schemas.openxmlformats.org/officeDocument/2006/relationships/notesMaster" Target="/ppt/notesMasters/notesMaster1.xml" Id="R2b51db865a83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5bca25bdf649aa" /><Relationship Type="http://schemas.openxmlformats.org/officeDocument/2006/relationships/notesMaster" Target="/ppt/notesMasters/notesMaster1.xml" Id="R7f342885555741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cfbf7c0d6447db" /><Relationship Type="http://schemas.openxmlformats.org/officeDocument/2006/relationships/notesMaster" Target="/ppt/notesMasters/notesMaster1.xml" Id="R8068eaff76ec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b228a97a034474" /><Relationship Type="http://schemas.openxmlformats.org/officeDocument/2006/relationships/notesMaster" Target="/ppt/notesMasters/notesMaster1.xml" Id="R0c7d6ec5173240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9d1e0cb80c4f5a" /><Relationship Type="http://schemas.openxmlformats.org/officeDocument/2006/relationships/notesMaster" Target="/ppt/notesMasters/notesMaster1.xml" Id="R19083c222be748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8546f29e454d68" /><Relationship Type="http://schemas.openxmlformats.org/officeDocument/2006/relationships/notesMaster" Target="/ppt/notesMasters/notesMaster1.xml" Id="Raba26604cb8c4e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c8fccfdb014110" /><Relationship Type="http://schemas.openxmlformats.org/officeDocument/2006/relationships/notesMaster" Target="/ppt/notesMasters/notesMaster1.xml" Id="R8e70c27985f544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276de3255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d9c9bf04444d5" /><Relationship Type="http://schemas.openxmlformats.org/officeDocument/2006/relationships/slideLayout" Target="/ppt/slideLayouts/slideLayout1.xml" Id="R5782f092d4c941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2f092d4c941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d36b27b14464e" /><Relationship Type="http://schemas.openxmlformats.org/officeDocument/2006/relationships/notesSlide" Target="/ppt/notesSlides/notesSlide1.xml" Id="R2a858190b92e4f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60c4a896c495e" /><Relationship Type="http://schemas.openxmlformats.org/officeDocument/2006/relationships/notesSlide" Target="/ppt/notesSlides/notesSlide2.xml" Id="Red830410e87b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ed67b4f8f4814" /><Relationship Type="http://schemas.openxmlformats.org/officeDocument/2006/relationships/notesSlide" Target="/ppt/notesSlides/notesSlide3.xml" Id="Rdfc8185453d944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6aec0c6714076" /><Relationship Type="http://schemas.openxmlformats.org/officeDocument/2006/relationships/notesSlide" Target="/ppt/notesSlides/notesSlide4.xml" Id="R11e785bd1b4d4c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3160c5f4d4f91" /><Relationship Type="http://schemas.openxmlformats.org/officeDocument/2006/relationships/notesSlide" Target="/ppt/notesSlides/notesSlide5.xml" Id="R69df8c69c3db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3c27fc504270" /><Relationship Type="http://schemas.openxmlformats.org/officeDocument/2006/relationships/notesSlide" Target="/ppt/notesSlides/notesSlide6.xml" Id="R43d7b2bd73fc48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e83f3ca104d3e" /><Relationship Type="http://schemas.openxmlformats.org/officeDocument/2006/relationships/notesSlide" Target="/ppt/notesSlides/notesSlide7.xml" Id="R2eda24b661af4a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1680e2b12471f" /><Relationship Type="http://schemas.openxmlformats.org/officeDocument/2006/relationships/notesSlide" Target="/ppt/notesSlides/notesSlide8.xml" Id="R6f9f02e6efb743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53DC73-A42B-4A90-88CB-E5A457B6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447F5-DEBD-473C-A0D3-F9AE8002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AI宝儿使用指南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A4D70-C592-489B-A8A8-4EEB42A6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先认识平台，再学会提问，再按模块去用，第一次上手也不会乱。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85602-AB30-4637-83CA-787675F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EBD84-0007-4E37-B817-080FA68F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52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适用对象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40-70岁用户培训、社群讲解、直播导学、线下授课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10AF2-F8C1-4341-8A8E-7BFFBE4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4152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214C8-8B9E-45F0-B7A1-5B6817EB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152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F0096-E402-4058-9007-1EE9D7EA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152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FDF59-F6FE-400E-8049-33640EC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62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这一套讲什么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C27F5-5244-4055-8987-D336B45E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621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介绍平台是什么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拆清各个模块怎么用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把提问方法讲到用户敢开口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CA57F-2090-4D67-94E7-81EF3EC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为什么这样安排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7D2B1-7347-4056-A11E-36DDAE5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528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先解决陌生感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再解决不会用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最后解决怎么持续问下去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61590-EF9E-4F54-8CA9-DC1E4B84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43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这份材料怎么用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F6932-0FA9-4C1A-A664-D8C78A61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可做培训PPT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可拆成飞书文档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可继续补截图做用户手册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94CBA-A44A-419A-A356-0521DA59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1457883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EAB32E-86AA-4900-9860-469ED1ED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097FA-93E5-4243-922F-3FEF8F8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AI宝儿先解决的是“边看边问”的问题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2585-A276-4607-98F9-0067C354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它不是冷冰冰的工具页，而是能帮用户查、问、看、继续追问的平台。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15F57-25DC-48CC-BB89-64BBD3A8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C6478-BFCB-48CF-9177-DBC0C28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AI宝儿是什么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AI宝儿是一个智能服务平台。用户可以像聊天一样提问，也可以先看产品、资讯、案例，再回到问答里继续问清楚。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66E-E143-4AF7-BFAF-1F6F25C8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一句话理解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它像一个随时在线的小助手，帮用户了解产品、解答疑问、查看参考内容、整理表达。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DD881-4CCE-45EE-9829-31EB6140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B629C-17C7-400C-94B6-65256E2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问产品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734EB-A4E1-425B-A012-A68F5A6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了解产品是什么、有什么特点、适合什么人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627C1-3E1A-4B0E-B670-435F4CA7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6685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F192A-7EC2-4C98-BF63-E4A84D33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954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问使用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F9169-8353-4D9B-88A6-38CA1876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想知道怎么使用、什么时候用、要注意什么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F58CE-193C-4A51-9EE8-1A204AB6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8EF78-DE58-4034-9ABE-B02ADA66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看案例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35D21-71FF-4775-8C7B-24168D7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参考相似情况，帮助理解回答，不是生搬硬套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F776D-C9FB-4E65-9030-59D8BA79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6C58D-7EDD-4EEA-9B24-FBEE9874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48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帮表达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1A8FE-7BEB-4B4D-A54C-26F61A3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4815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把复杂内容说简单，把想发的话整理得更顺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1B2B8-E997-4EE2-AFE2-CB1E5AF0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811092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D8593-541C-4D14-B5C8-82AEB5C3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89D39-158A-45D5-AE1D-1F2CB69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平台 6 个主要模块，各有各的入口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88575-97AC-47B9-9726-CB86710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用户不用一上来全懂，先知道每个模块负责什么，心里就不慌。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B76EE-4BAC-457E-8EAE-F5D435D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98F9A-DFC7-42A8-BCA3-46EA04F6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7ED34-25A3-4982-88D1-406A19ED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7D3AC-19D8-4C3B-B205-16A39DEA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先认识平台，先看提示，第一次进来不会迷路。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C4FE-3F0A-4AB8-A1FA-393B571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37CE5-CC37-49E6-9F27-6C7ECA62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快捷功能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07873-ECFA-446E-8B05-36336CD1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574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不会提问时先点它，直接进入常用场景。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56652-AE29-4C0A-B73D-3119E2CF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97138-7863-4210-B779-F34047A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智能问答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98B53-8F9C-4171-A047-A412D8EC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像聊天一样输入问题，回答后还能继续追问。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D7330-86F8-43BC-8640-9BF71231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08E10-348D-48B2-BF1B-C7B26170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资讯模块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E270A-381F-4713-B160-FF9BF7A9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先看图文内容，再带着问题回来问。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2FE93-273B-4B5F-B421-F4FEFE16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63F61-D772-451A-AD37-049F37F7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产品模块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EBB6C-B3B9-4E25-99E6-57C0CE16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148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先看基础资料，再问适合谁、怎么用。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8D145-24C6-49DA-9CCE-715D4F52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35718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BBF1F-9730-4162-B290-04E748AD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案例与社区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53044-5BEB-4E83-9EA0-AF6D272E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看相似案例、看别人都在问什么，帮助自己开口。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35A2E-D07C-4AF4-8A38-E63D8B7F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2110400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A6CB6-F454-498F-BB0D-92F63DE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3868F-E47A-4D0C-AD62-528AB3C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最顺手的使用路径是：先点入口，再问一句，再顺着往下问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45F5E-8CA7-41AA-BF46-95F9DA4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这页适合培训时直接讲操作顺序。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8AF95-249B-4FA3-BF69-292DDFB1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86382-F5B5-4157-A074-F7D9AF7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C26E8-CF4E-422D-8A69-E0DF6FFB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 先看首页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1DD29-DC42-48F0-99BE-D4E9266E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认识平台，看看示例问题和功能入口。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F974D-241A-464F-B866-092D551B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710F3-601F-4B64-AB80-5ECE7CC7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2 点快捷功能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B0F6A-5BE3-4C27-98CF-394C1BFC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不知道怎么开口时，先点“产品资料查询”或“产品使用答疑”。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7E6ED-4BBD-48D4-97EE-0665AA0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67C34-AFE3-4100-A0B8-1A673815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 问第一句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5D3E5-3D7C-438D-9234-A2FAA9A0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先问最简单的一句，比如“这个产品适合什么人？”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DFD01-C018-4A26-9A29-B2044A2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859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C6BE1-E6DD-48E3-BBB2-09861F39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3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4 看回答再追问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FF2B5-1C87-4755-90F7-26F07460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看完回答、案例、资讯后，再往下问更容易问清楚。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8218D-970B-4A97-84E6-61E14749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5340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12C6C-D6EE-4AAD-80FE-338E052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55340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41AF0-A83B-4F49-AFE2-A8C9D73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第一句推荐这样问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B405B-A0FF-4354-AE4A-D126E98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这个产品适合什么人？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这个产品怎么使用？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有没有相关案例可以看看？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5DC61-9AE5-4153-86B0-9D7AD49F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看完回答以后做什么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C499A-94F5-4717-8C83-3164DBDB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577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没看懂，就让它说简单一点。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看到案例，就问和自己像不像。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看到资讯或产品资料，就补一句自己的情况。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99D07-D7DF-454A-B526-4650A88E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393323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86A6C-F429-4606-9A31-DAEF0D90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B5039-8C2A-45EC-96D0-ADE52A8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内容模块负责“先看后问”，问答模块负责“越问越清楚”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31DE2-FBF6-4AF4-891C-61479282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培训时要把模块关系讲顺，用户才知道什么时候看，什么时候问。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C4AF6-631A-4A3C-A9C1-96BE1CB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826EA-EEEF-476E-BE41-8E8495B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DCD81-DFC2-4FB2-9A3E-175CE71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478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14AA4-135F-4BA7-B431-88DC434D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F8503-0FC8-4089-A79C-33FEEA7E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D38D2-A011-4687-ABB5-09A10F80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资讯模块怎么用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6EDEA-2F02-4C1C-A081-2A240247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想先了解背景内容时，先看资讯。看完以后再把没看懂的地方拿回问答区继续问。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62460-6F04-4B43-9D8D-649D6E79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3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产品模块怎么用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29728-F114-472C-8B3B-401CB08C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先看产品基础资料，再单独问“适合谁”“怎么用”“我该重点看哪一点”。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22E4B-E3BB-4FCC-9D4A-627191D5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案例推荐怎么用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4CAEF-7A0F-473D-9EF2-9AC45A62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重点看是否和自己情况相似。案例是参考，不是照搬。看完以后继续问最有价值。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6C39E-4CAD-4CB3-877D-054B2A84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社区问答怎么用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F1AB4-83BE-494A-A93F-09C1243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不知道该问什么时，先看看别人都在问什么。别人的问题，经常能帮自己打开思路。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6E1AB-5129-4EC2-BD38-592EC047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一句话记住：先用内容模块建立理解，再用智能问答把自己的问题问透。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1B7D8-8FF6-43AC-97D3-CC979574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427312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FD6A9B-7AB8-4565-B4C5-400EE4E6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7758D-8072-446A-A481-7951C21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提问不用专业，关键是先开口，再一点点问清楚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1BDCC-D130-4083-8595-518279A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这页是整份指南的核心，培训时一定要反复强调。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960B9-69D8-4D4C-AAD8-45C149E2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4E406-196A-4FDA-B382-65D9B1C2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A81ED-9C82-44A4-9A8E-4E8E526A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像聊天一样问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5D5EF-612C-47C8-B5B1-83F7A6E2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不用写得正式，像平时说话一样就行。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B5EFD-462E-44AE-A95C-D9D421AF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8590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1E550-1FA4-429B-A460-480A06E0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一次先问一件事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605D8-EDB0-434C-8520-C3FFC31A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问题越单纯，回答越清楚，自己也更容易看懂。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BD32C-5CEF-4D97-9900-5CFD9B51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AEC9E-860A-456C-9A38-4035D084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把自己的情况说出来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003D1-CB98-4620-A7EF-033565E7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只要说真实情况，不用专业术语，回答就会更贴近你。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9901C-43AF-499F-83DD-FFDDC1C8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55340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4F5C3-7887-42D3-A702-BDA8E8F3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没听懂就继续问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A2DE2-1447-4A68-A980-1760AAF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可以直接说：请你说简单一点，或者分三点告诉我。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7CAFF-294A-4DA8-9880-C7DD8204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692543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EF546-9AFB-4355-83F9-14B4A7C6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A1323-BD04-4F36-A17E-F5F1638A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不会问时，直接照着这几句问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43156-CF94-4E2F-BA26-B4BA4362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这页最适合做培训讲义、群公告和直播口令卡。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99A57-7719-4559-824C-70398E2C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C095E-EBC9-47F5-AAA2-E8717E6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5718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813DC-F25A-4B50-9597-FAB7EFF5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产品了解类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2CA6D-1936-4FC3-8407-996182E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这个产品主要是做什么的？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这个产品适合什么人？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这个产品有什么特点？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48812-7123-4F49-B8C5-DC3FEB2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81150"/>
            <a:ext cx="35718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5AFDD-871E-4A43-A0F3-87000E0E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使用答疑类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46EF0-71A9-4678-BACD-29994243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这个产品怎么使用？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使用时需要注意什么？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我这种情况要重点注意什么？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44D9C-8B48-4B57-A379-3B01DDA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5718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02976-0108-4629-81E8-0930A09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继续追问类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60BAA-0350-411F-A584-1ACD1882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请你说简单一点。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请你分点告诉我。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你刚才说的重点是什么？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37B15-B138-484F-85D6-B4CBD1F3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391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EC61A-8EF1-4D4F-9D28-54839C41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案例参考类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0DED5-47E2-46F0-BCEB-9E65B3A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有没有和我情况差不多的案例？  哪类案例更适合我参考？  这个案例和我像不像？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F982A-3778-4718-93E4-9CD3AAE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497851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7474A-0549-4226-AE9F-862AAD7D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02EC6-B0E4-4966-AD10-DBA6E40E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第一次使用时，只要走通这条路径，用户就算上手了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492E4-6B41-4F8D-B51F-51202252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结尾不要讲虚的，直接给用户一个最容易照着做的动作顺序。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EACE7-E012-4C1D-98EB-0748FFCC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17DB3-8D04-4B7E-A792-4EC1DEFB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7724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D58F6-E6A9-4071-AB18-60A6D4C3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642E2-6398-4D38-95FC-EFDD08E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先看首页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CD03F-1C15-4EAD-8145-02D1CE2D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CC204-1741-46A7-B031-0BA36395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5B960-C2AB-473E-A9EE-7429A737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点快捷功能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6DC32-452B-4F11-B06B-1AB190FC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F1B75-2F07-4380-B340-5F2717C4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A95C4-399E-4A4A-A7D5-1F46AD3E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问第一句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55D7D-2653-41A2-BABE-A667D0AE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EE262-73E9-4D67-9B8E-BB1D1D3B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1B399-2206-46AB-9DF1-CADAC9EE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看回答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A0DF6-430D-49EA-BF98-51C5A860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DDFFE-F3C8-45FF-8C52-D54ED5F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50C25-AEBB-427A-9504-424A657A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看案例或产品资料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02886-4DD7-4CC1-ABF4-02ECBCE9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0EA03-962F-4D23-9782-4B1EBA23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325F5-CAD2-4E03-A6C8-217A6DD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03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继续问一句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BF3E5-343A-4109-8778-A94C5206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最重要的不是一口气学会所有功能，而是让用户完成第一次成功提问。只要问出第一句，后面就会越来越顺。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AA1E8-A066-41DF-BCBB-8E4EB399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28750"/>
            <a:ext cx="3276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075F6-2C65-477E-A290-0A509349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培训收尾时要强调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F74610-1CE7-4DE3-B3D6-891AE7CD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272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不会没关系。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先问一句就行。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看不懂就让它说简单一点。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用得越多，越知道怎么问。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A1204-9CB4-4EE6-9E89-2560583D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收尾一句：先点进去，先问一句，再继续追问。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491F5-DFF2-4F64-8532-FF9D4CAC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05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275834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2026-07-08T06:17:15.9630000Z</dcterms:created>
  <dcterms:modified xsi:type="dcterms:W3CDTF">2026-07-08T06:17:15.9630000Z</dcterms:modified>
</coreProperties>
</file>