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31768fd7a74514" /><Relationship Type="http://schemas.openxmlformats.org/officeDocument/2006/relationships/extended-properties" Target="/docProps/app.xml" Id="Rde1e6d3db6f546bd" /><Relationship Type="http://schemas.openxmlformats.org/officeDocument/2006/relationships/officeDocument" Target="/ppt/presentation.xml" Id="R8620d6a004f648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dba8dcb0ba4542"/>
  </p:sldMasterIdLst>
  <p:notesMasterIdLst>
    <p:notesMasterId xmlns:r="http://schemas.openxmlformats.org/officeDocument/2006/relationships" r:id="R0efe3767187f447f"/>
  </p:notesMasterIdLst>
  <p:sldIdLst>
    <p:sldId xmlns:r="http://schemas.openxmlformats.org/officeDocument/2006/relationships" id="256" r:id="R586fbebb115e4b8b"/>
    <p:sldId xmlns:r="http://schemas.openxmlformats.org/officeDocument/2006/relationships" id="257" r:id="R3591615ff75d434e"/>
    <p:sldId xmlns:r="http://schemas.openxmlformats.org/officeDocument/2006/relationships" id="258" r:id="R060e025b755c4828"/>
    <p:sldId xmlns:r="http://schemas.openxmlformats.org/officeDocument/2006/relationships" id="259" r:id="Rb9dc68497330433b"/>
    <p:sldId xmlns:r="http://schemas.openxmlformats.org/officeDocument/2006/relationships" id="260" r:id="Ra5389f62b46d4c34"/>
    <p:sldId xmlns:r="http://schemas.openxmlformats.org/officeDocument/2006/relationships" id="261" r:id="R1290a5b35a6a4f60"/>
    <p:sldId xmlns:r="http://schemas.openxmlformats.org/officeDocument/2006/relationships" id="262" r:id="R503d6af379d44032"/>
    <p:sldId xmlns:r="http://schemas.openxmlformats.org/officeDocument/2006/relationships" id="263" r:id="R4828321090b647c2"/>
    <p:sldId xmlns:r="http://schemas.openxmlformats.org/officeDocument/2006/relationships" id="264" r:id="Rbc2d1e99bb69436a"/>
    <p:sldId xmlns:r="http://schemas.openxmlformats.org/officeDocument/2006/relationships" id="265" r:id="Re26117b3811b41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84bcd04eee43b3" /><Relationship Type="http://schemas.openxmlformats.org/officeDocument/2006/relationships/slideMaster" Target="/ppt/slideMasters/slideMaster1.xml" Id="R90dba8dcb0ba4542" /><Relationship Type="http://schemas.openxmlformats.org/officeDocument/2006/relationships/notesMaster" Target="/ppt/notesMasters/notesMaster1.xml" Id="R0efe3767187f447f" /><Relationship Type="http://schemas.openxmlformats.org/officeDocument/2006/relationships/presProps" Target="/ppt/presProps.xml" Id="R8978397823ec4662" /><Relationship Type="http://schemas.openxmlformats.org/officeDocument/2006/relationships/tableStyles" Target="/ppt/tableStyles.xml" Id="R320389ea4dfc4a23" /><Relationship Type="http://schemas.openxmlformats.org/officeDocument/2006/relationships/slide" Target="/ppt/slides/slide1.xml" Id="R586fbebb115e4b8b" /><Relationship Type="http://schemas.openxmlformats.org/officeDocument/2006/relationships/slide" Target="/ppt/slides/slide2.xml" Id="R3591615ff75d434e" /><Relationship Type="http://schemas.openxmlformats.org/officeDocument/2006/relationships/slide" Target="/ppt/slides/slide3.xml" Id="R060e025b755c4828" /><Relationship Type="http://schemas.openxmlformats.org/officeDocument/2006/relationships/slide" Target="/ppt/slides/slide4.xml" Id="Rb9dc68497330433b" /><Relationship Type="http://schemas.openxmlformats.org/officeDocument/2006/relationships/slide" Target="/ppt/slides/slide5.xml" Id="Ra5389f62b46d4c34" /><Relationship Type="http://schemas.openxmlformats.org/officeDocument/2006/relationships/slide" Target="/ppt/slides/slide6.xml" Id="R1290a5b35a6a4f60" /><Relationship Type="http://schemas.openxmlformats.org/officeDocument/2006/relationships/slide" Target="/ppt/slides/slide7.xml" Id="R503d6af379d44032" /><Relationship Type="http://schemas.openxmlformats.org/officeDocument/2006/relationships/slide" Target="/ppt/slides/slide8.xml" Id="R4828321090b647c2" /><Relationship Type="http://schemas.openxmlformats.org/officeDocument/2006/relationships/slide" Target="/ppt/slides/slide9.xml" Id="Rbc2d1e99bb69436a" /><Relationship Type="http://schemas.openxmlformats.org/officeDocument/2006/relationships/slide" Target="/ppt/slides/slide10.xml" Id="Re26117b3811b41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f967252d8d4f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86aa27c4a34521" /><Relationship Type="http://schemas.openxmlformats.org/officeDocument/2006/relationships/notesMaster" Target="/ppt/notesMasters/notesMaster1.xml" Id="Rc0f5f9c7593849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c37c689b714176" /><Relationship Type="http://schemas.openxmlformats.org/officeDocument/2006/relationships/notesMaster" Target="/ppt/notesMasters/notesMaster1.xml" Id="Raad299aa869347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1ae29d680c42b5" /><Relationship Type="http://schemas.openxmlformats.org/officeDocument/2006/relationships/notesMaster" Target="/ppt/notesMasters/notesMaster1.xml" Id="R1226404fa05b47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c652ef980443df" /><Relationship Type="http://schemas.openxmlformats.org/officeDocument/2006/relationships/notesMaster" Target="/ppt/notesMasters/notesMaster1.xml" Id="R3b035d5c40ce4f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b62d3f5e9c418d" /><Relationship Type="http://schemas.openxmlformats.org/officeDocument/2006/relationships/notesMaster" Target="/ppt/notesMasters/notesMaster1.xml" Id="Rf295620689284d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04f056f6cd480f" /><Relationship Type="http://schemas.openxmlformats.org/officeDocument/2006/relationships/notesMaster" Target="/ppt/notesMasters/notesMaster1.xml" Id="R5a17be1ede214f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88bd6b410e4f1a" /><Relationship Type="http://schemas.openxmlformats.org/officeDocument/2006/relationships/notesMaster" Target="/ppt/notesMasters/notesMaster1.xml" Id="R8a4834b0500f4f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98b3f64f6640bc" /><Relationship Type="http://schemas.openxmlformats.org/officeDocument/2006/relationships/notesMaster" Target="/ppt/notesMasters/notesMaster1.xml" Id="R2e0693ddeecf47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e5627156bd4065" /><Relationship Type="http://schemas.openxmlformats.org/officeDocument/2006/relationships/notesMaster" Target="/ppt/notesMasters/notesMaster1.xml" Id="Rdf921adc6bb94a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5ec9046a6e4538" /><Relationship Type="http://schemas.openxmlformats.org/officeDocument/2006/relationships/notesMaster" Target="/ppt/notesMasters/notesMaster1.xml" Id="R9ffe88deb6b04d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3ed7723cd47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1528203ae9474d" /><Relationship Type="http://schemas.openxmlformats.org/officeDocument/2006/relationships/slideLayout" Target="/ppt/slideLayouts/slideLayout1.xml" Id="Raf1dd4a0128942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1dd4a0128942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6d2fcc2104feb" /><Relationship Type="http://schemas.openxmlformats.org/officeDocument/2006/relationships/notesSlide" Target="/ppt/notesSlides/notesSlide1.xml" Id="Ra60c69cc5be540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30ca9363d40c5" /><Relationship Type="http://schemas.openxmlformats.org/officeDocument/2006/relationships/notesSlide" Target="/ppt/notesSlides/notesSlide2.xml" Id="R4a25a9c9fe3e4c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579927e004720" /><Relationship Type="http://schemas.openxmlformats.org/officeDocument/2006/relationships/notesSlide" Target="/ppt/notesSlides/notesSlide3.xml" Id="R94257180b69f41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12dbbdc6940e8" /><Relationship Type="http://schemas.openxmlformats.org/officeDocument/2006/relationships/notesSlide" Target="/ppt/notesSlides/notesSlide4.xml" Id="Rd51b87b3253b4c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619d9a66f4fc6" /><Relationship Type="http://schemas.openxmlformats.org/officeDocument/2006/relationships/notesSlide" Target="/ppt/notesSlides/notesSlide5.xml" Id="R4f035851eb904c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3d42e5ca947a5" /><Relationship Type="http://schemas.openxmlformats.org/officeDocument/2006/relationships/notesSlide" Target="/ppt/notesSlides/notesSlide6.xml" Id="R9a873599aeab47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1f4767aec43d4" /><Relationship Type="http://schemas.openxmlformats.org/officeDocument/2006/relationships/notesSlide" Target="/ppt/notesSlides/notesSlide7.xml" Id="Rd99b609f5df342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988ddcbf944ff" /><Relationship Type="http://schemas.openxmlformats.org/officeDocument/2006/relationships/notesSlide" Target="/ppt/notesSlides/notesSlide8.xml" Id="R8b31f3164ca545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a2a24a5d24e5b" /><Relationship Type="http://schemas.openxmlformats.org/officeDocument/2006/relationships/notesSlide" Target="/ppt/notesSlides/notesSlide9.xml" Id="Raf37fab7332746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27f6b34f74803" /><Relationship Type="http://schemas.openxmlformats.org/officeDocument/2006/relationships/notesSlide" Target="/ppt/notesSlides/notesSlide10.xml" Id="R52ebb22e556346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955917-CCC3-4977-8BD5-E7EB28DC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F7122-022E-4A9C-8255-5B9515A0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AI宝儿使用指南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C662F-A100-4191-96FB-033B0F42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先认识平台，再学会提问。照着步骤来，第一次也能顺利用起来。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66231-6D18-4F71-B489-72C93B79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61CC7-0BE1-4936-9591-D93C87E7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552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适合谁看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第一次使用AI宝儿的用户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带用户学习平台的老师和运营人员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2B1A2-7DEC-4531-BE48-47393539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4152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65EF6-BE81-47D5-9E69-5A991841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4152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EB089-5682-4A97-A8FC-F4C921A5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4152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247F7-2D39-49D7-A0EE-59C5827D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62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先认识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EEEE6-A83D-4FEB-ABD2-13DC5844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621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AI宝儿是什么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它能帮你做什么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从哪里开始用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2110D-EA22-45F1-B1FB-D7322F6E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52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再上手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A6052-573D-4069-82DF-AF6EDBF1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528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首页怎么用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快捷功能怎么选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智能问答怎么问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7E4C8-FCD6-4243-9D32-ED8C9273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43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最后会问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D1E30-BAB6-4844-921B-B339DA18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不会问时照着模板问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看不懂时继续追问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越问越清楚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736C3-08F6-43B6-99BC-691FC178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696679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BB3DCC-E045-457B-8443-F4C2BF87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48957-9E20-4F65-97C4-F21EA371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AI宝儿是一个随时在线的小助手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2C3AF-5E9C-4651-8977-F2231515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可以问产品、问使用方法、看相关案例，也可以让它帮你整理表达。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61932-E766-40AC-BA09-1BC2DF23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A2493-DADC-43D0-BA53-B2FF7475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AI宝儿是什么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AI宝儿是一个可以随时提问、查看内容的智能服务平台。你可以像发微信一样，把想问的内容直接告诉它。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89145-1B01-4121-8BDA-672B7A16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一句话理解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不用懂AI，不用会专业词。你只要先问一句，AI宝儿会帮你把问题讲清楚。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821EF-AFD7-46E1-B104-28B22119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66850"/>
            <a:ext cx="2476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DE72B-02A0-41E7-8C78-8E232DB0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问产品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4F5B2-F824-4395-9CD2-662F9C52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了解产品是什么、有什么特点、适合什么人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96125-4FB1-4E6F-995C-4EF663C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66850"/>
            <a:ext cx="2476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DCB99-A533-4F20-9C40-F2354D5C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954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问使用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0664F-5C8E-4D7F-AE98-F06FF908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9550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想知道怎么使用、什么时候用、要注意什么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4CFDF-813B-4A62-88DC-6ABD15F4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19500"/>
            <a:ext cx="2476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C622A-1BC9-4A91-935C-93F9AE46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48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看案例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05F6C-2E6D-4A6E-BBD4-9F248546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参考相似情况，帮助理解回答，不是生搬硬套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E2734-D1AD-45DB-A9FB-8C0A3469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476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641BD-5424-47D1-BAAC-92E21E0E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48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帮表达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2DDDA-CE60-4147-8F71-5EA5CBED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4815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把想发给朋友或群里的话整理得更自然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D4EB5-C173-4E3D-933D-7D753D35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392600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EF3FC5-5C06-4C32-A1C1-87F4C9C8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8F1CD-8776-4320-B072-C830A5A1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平台主要模块一览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C9427-CB97-42F4-8A99-9E88E452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先知道每个模块负责什么，用的时候就更容易找到入口。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0CD37-2875-455C-9147-D4A471D1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58DAA-DF16-406C-91A0-B546490B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FDA3A-D07B-44E2-BF75-C3C3DFB2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首页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56386-4D9F-4BCA-804F-A2045D90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看提示、找入口、开始第一次提问。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1BEF9-5AA9-4FD7-A073-407C1E43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2875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03C21-FD72-487A-9C37-2929220E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快捷功能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89BD8-E073-450F-AA98-EFD747CA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574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不知道怎么问时，先点这里进入常用场景。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14311-8522-4F52-9BA7-D1758CCF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BD7CD-FF05-4119-96BD-6327CDAB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智能问答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AC098-3970-43DA-A252-1F341EB9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直接输入问题，回答后还能继续追问。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5CEF7-D74D-49AC-8AB1-51FB5B60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ED46E-AD99-4AF2-9481-E629C4DF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资讯模块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6A80D-4D08-4BF8-B7BA-D0080190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先阅读平台图文内容，再带着问题回来问。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6CCB7-F788-42DC-97B8-C0B72F3C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8620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3567E-82B6-4C7A-A20E-7A78D37C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产品模块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7CAF8-0DEA-4E37-B749-814BDB2E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148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查看产品基础资料，再问适合谁、怎么用。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4A922-D10F-4BB0-9BAC-E6907FEB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C3499-D8EA-4DF9-B176-9FB43053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案例与社区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B9B5D-DCB8-4BE2-AEB3-47ABA7A2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148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看相似案例，也看别人都在问什么。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BFE964-942B-414B-A733-297858D3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304575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49D8FC-0B30-4622-BD38-8E42B5F3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02D71-6C7B-4031-9507-5A3F49ED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第一次使用，照着这 4 步来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9C719-F0CF-4536-9FCA-7BFFC96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不用一下子学会所有功能，先完成一次提问就算上手。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55462-C5C1-4D3F-8E72-199440B8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12FFA-2C90-4AEA-9F5B-BA493E2A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26479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44AD7-4ACD-4ABD-B930-8D867BDF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1 看首页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83342-E6F5-4AB3-854D-11DEE529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先看看页面提示，找到常用功能入口。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A6E0C-EE9A-4819-8F20-B5429C45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85900"/>
            <a:ext cx="26479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07180-DC56-4696-B636-A30AA601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2 点入口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494F1-D522-4FF2-BC74-7CBEFC3C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想了解产品就点产品资料，想问用法就点使用答疑。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2C588-05D3-479B-9A7B-E8121525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85900"/>
            <a:ext cx="26479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8951D-79A6-4BC4-BAA4-8B90A78E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3 问一句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19B83-72D7-4891-A54B-1B61B2B7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先问最简单的问题，比如“这个产品适合什么人？”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5DA05-E21E-4AF9-9FFB-3BAD64E4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85900"/>
            <a:ext cx="26479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7A79C-BDB7-45C5-BB56-9AB58084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33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4 再追问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074E6-65AB-4451-8754-25515886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看完回答以后，不懂就继续问一句。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F99E7-3DA3-4A67-9138-429F524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55340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5114C-52B7-475F-A7E4-A7B5057B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55340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0E0D1-CEFB-405A-B227-3492ECD2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第一句推荐这样问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1D1B5-05E4-4B14-A06C-5156E296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这个产品适合什么人？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这个产品怎么使用？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有没有相关案例可以看看？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611BB-55BF-4288-B4BA-E9943604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57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看完回答以后做什么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24128-8132-45F5-8727-7A247AC6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577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没看懂，就让它说简单一点。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看到案例，就问和自己像不像。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看到资讯或产品资料，就补一句自己的情况。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99D45-08A0-4D44-8247-4A736AB4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720471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3D27FF-047F-4C83-90E7-3913C457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7EF03-D022-48AF-9910-066B26AA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内容模块适合先看，问答模块适合继续问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4658E-556F-45AF-A2D7-51AC2541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先看内容建立理解，再用智能问答把自己的问题问清楚。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C765E-E664-42C1-926D-6938AF5D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E16A9-F14F-4053-930D-671F0CEB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55E56-9629-4D60-8C75-36A011B0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4780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CD9BE-CEA6-4889-A311-246875BC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6208D-7349-4732-91EE-84E721A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2CD99-44F2-4255-83E7-BA054C96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资讯模块怎么用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CE847-65FF-43E8-8E1B-BA8AC180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想先了解平台内容、图文知识和动态时，先看资讯。看完以后，不懂的地方可以继续问AI宝儿。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CC544-C034-4D88-8E9B-AF5753A4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33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产品模块怎么用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C1EF2-79C4-4E0C-97BC-7A780804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想了解某个产品时，先看名称、介绍、分类和亮点。再回到问答区问适合谁、怎么用。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BA9AF-D0DA-411C-A4FF-52E128AE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案例推荐怎么用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76962-B943-4F88-85E0-3410891C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回答下方出现相关案例时，重点看是否和自己情况相似。案例是参考，不是完全照搬。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DD653-FB31-4510-BD27-3DB31E04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33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社区问答怎么用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B9BFE-E6BE-4C18-BC74-6FFC1C5C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不知道自己该问什么时，可以先看看别人都在问什么，再结合自己的情况去问。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1C887-3846-4630-A955-39CF709C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一句话记住：先用内容模块建立理解，再用智能问答把自己的问题问透。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8F87E-5ABF-40A9-97D4-79644F66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1748241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2FB079-5652-4752-9C24-1CAE2471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08C01-4F3B-4E8D-972F-A974DBC2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提问不用专业，像聊天一样问就行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130B2-E9A1-4BEB-AA48-142B95CF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先问简单问题，再补充自己的情况，回答会更清楚。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990F3-47EF-455C-857D-F29699C3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67B2D-6371-4BA7-88E9-A828FB59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5340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66CDE-3FB0-4884-A288-2FB78962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像聊天一样问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F0F60-12F4-4771-8B0F-B8AAC6E4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不用写得正式，像平时说话一样就行。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C9383-DDAB-4BE5-AA60-6BCA90A0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85900"/>
            <a:ext cx="55340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CC273-221B-46BA-97FD-7E143DB4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一次先问一件事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5FB6C-12F2-4E26-BD8B-AB0269D4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问题越单纯，回答越清楚，自己也更容易看懂。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133C2-C4E0-4765-8143-BD49EFB1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55340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3222E-D8DB-44A3-AC3B-C2BD0A95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把自己的情况说出来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E8F09-2B26-4BB0-A7F8-A2EAE2DD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只要说真实情况，不用专业术语，回答就会更贴近你。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A7E5E-0BDE-4F5F-87AD-55ABB17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55340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7B9AB-4A9A-408B-9364-70495882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没听懂就继续问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0CC31-D5B8-49BB-96E0-213BCF65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可以直接说：请你说简单一点，或者分三点告诉我。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7395C-75A2-460D-8E06-A56E5B1B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604640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AD1617-77FE-47F9-9C3E-7F6EF266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14337-61F8-4A49-AA27-AFDC95B4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不会问时，直接照着这几句问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5A3F1-68E6-4AA6-B8B5-C4D448F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把下面这些句子发给AI宝儿，就可以开始使用。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59418-BED7-4CD0-9388-0C92EAB5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8A3C3-B187-466A-AAE3-5B25713E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57187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C5BAA-D8AC-4389-BC9D-0E9CC9F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产品了解类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7ED9-D2C1-467D-882E-D460388F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这个产品主要是做什么的？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这个产品适合什么人？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这个产品有什么特点？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7167F-5BE5-44C3-A756-67BC4E4C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81150"/>
            <a:ext cx="357187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B5E77-19FF-48A1-8B00-FE60A7A8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478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使用答疑类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5EEF9-156C-4C28-AF41-7F70D772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这个产品怎么使用？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使用时需要注意什么？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我这种情况要重点注意什么？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E6B0C-5050-4DB8-BDF3-473A4E96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150"/>
            <a:ext cx="357187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73685-8F44-4D9F-8B1D-8502C6B6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478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继续追问类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3803C-BF0A-4F3F-81B1-2E007FF8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请你说简单一点。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请你分点告诉我。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你刚才说的重点是什么？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A7306-C275-403B-8FE5-095C2D0C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3919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E5613-18F3-48D0-8955-DAED3763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案例参考类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6E68E-78C4-432E-9763-A87C4943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有没有和我情况差不多的案例？  哪类案例更适合我参考？  这个案例和我像不像？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5683F-4489-4F74-8D22-DDBD4DE2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780980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81F04F-0327-4E30-A947-0B4EB6AD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D2ECD-3E55-4962-8AB9-D5E7F5DF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看完回答以后，要学会继续追问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F9029-3A4F-402D-B30A-F5566125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AI宝儿不是只能回答一次。越会追问，越容易得到自己真正想知道的内容。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A32B6-C55E-47A3-A222-A58075C0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EDD72-E031-4A87-B091-E6C12CA4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52598-CD92-4E22-910A-629E0003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4780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B846B-7FAB-4142-ABFD-2EC14AAA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17D47-3A2B-4A48-81CE-E38720D8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19534-4EF4-415C-82C8-0B2F5D84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回答太长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B17E5-956E-4CE5-80F7-3E992374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可以问：请你说得简单一点。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也可以问：请你分成三点告诉我。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A1A14-2B88-4126-B8D1-6487F97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33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回答没看懂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D16C2-C4F9-40AF-AED2-DAC92B77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可以问：你刚才说的重点是什么？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也可以问：请你用更容易懂的话说一遍。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6B86A-DB56-4E8E-9239-ACF02410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想结合自己情况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C9CE8-F43E-468C-8D2D-C8FE24C3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可以补一句：我平时肠胃比较敏感。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也可以补一句：我想看适合我年龄的参考。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B9D9A-8098-4701-8F4A-775D83EB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33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看到相关案例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70067-4953-4C00-8B48-AD23422F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可以问：这个案例和我像不像？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也可以问：这个案例最值得参考的是什么？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53C2D-AFCA-4F8A-B1E5-99FDE665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350995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3D28D7-F814-420E-8201-B7B36C8C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3C802-CDAF-49E2-B691-52C840D1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使用时记住这几条提醒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4592C-0471-45EB-B315-AA00A905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这些提醒可以放在培训结尾，也可以做成用户手册里的安全说明。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44BAF-5642-4D03-87EB-A62B6BB8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1ECBC-A1B2-4165-9DE7-4FA6839F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06E20-10CC-45C6-B089-C9E91511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不用担心问错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0A421-1674-437B-A89D-EFAAACAF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问错了重新问就行。AI宝儿不会因为你问得不专业就不能回答。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F5CC4-5BDB-44BB-B5C0-D30FB9F9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2875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93F48-C509-4112-8E81-050F6E4F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573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不要一次问太多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C26B4-031C-4DAD-A920-10610328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5740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一次先问一件事，看懂以后再问下一件。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38B11-06A8-4B18-9312-E0458731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1FB55-9088-4276-8061-DB81C44A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573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案例只能作参考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0DDFA-6F17-48B4-A4A9-34D93EAB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别人情况和自己不一定完全一样，重点看相似点。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8EDF0-6921-4665-B13C-97FDBB5A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E317A-87B0-4445-A02A-A4856426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隐私信息不要发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1E00F-8A44-434F-ABB7-1125F741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身份证、银行卡、验证码等敏感信息不要输入。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F344F-F962-4577-8AD4-008CC62A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8620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8F37E-CB8F-4453-96A3-C95E5ACB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148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身体不适要就医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4D718-DF26-4CDF-9A42-8ABA9000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1485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AI宝儿可以帮助理解内容，但不能替代医生诊断。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7BAE5-EA84-4B1A-B3EE-311AEBB4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AC6A8-BBF1-40D5-B59B-B462D7F5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越用越会问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A8504-5FA1-49AA-96F9-DCBE77B6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1485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先学会第一句，后面慢慢就会越问越清楚。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65FD27-8E1A-43C5-98D3-A1751578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9650041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BE5076-1FC8-4536-8878-0EA0D50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0F6C7-7BCF-4D04-A67A-C70A0376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学会第一句，就会越用越顺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96779-30EF-44D0-BDA0-66488FE8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最重要的是先完成第一次成功提问。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0E1C9-28FB-454A-BB02-D969BFB0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DF43E-7AAF-47E4-9618-F46102EE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7724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4585F-76AA-4C26-B71C-F6A91E2C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EF7C3-E0E3-4CFF-A3C9-B7905857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先看首页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891F1-9E9A-483D-A931-9FCAC6E7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E06C4-771B-47ED-A6AB-7C06285A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62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EC202-2051-46C8-A86D-2628CC18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点快捷功能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F2726-3A1A-43AA-BBBC-AC550DC0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910DC-8DDD-4DCF-8779-8B69865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62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5813F-DB69-4CA5-9440-07D28A8F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问第一句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36480-A722-4D66-BF0D-A5A2C066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79E74-AF55-45B1-B28F-FAEAA79E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3E59A-4B78-4F99-BC7B-CBCCDFB0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003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看回答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949C2-6EEB-465A-A449-F924BC27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D6A72-F527-4535-AEC1-93490D3A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62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B24C7-C059-4986-9EE6-9B8D3908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看案例或产品资料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72FEC-AE26-4F9C-8A6C-CF74AB5A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A56E8-212C-4950-A637-9C7B7FDB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4C8B9-2E24-48BA-9583-29458DBC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03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继续问一句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A6766-E65E-4979-A9F9-FD5DBC5E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最重要的不是一口气学会所有功能，而是先完成第一次成功提问。只要问出第一句，后面就会越来越顺。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6170C-683E-4A7F-B869-95B6F14E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28750"/>
            <a:ext cx="3276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F4FC4-3813-440C-969C-D3D0D314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33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最后记住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5590BB-BF2B-43A4-8310-44C36445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33600"/>
            <a:ext cx="2724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不会没关系。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先问一句就行。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看不懂就让它说简单一点。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用得越多，越知道怎么问。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BCE43-6162-42CE-8032-B763A4A8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先点进去，先问一句，再继续追问。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3192A-254F-4B17-A3AE-3F74E07E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116670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2026-07-08T06:22:59.4040000Z</dcterms:created>
  <dcterms:modified xsi:type="dcterms:W3CDTF">2026-07-08T06:22:59.4040000Z</dcterms:modified>
</coreProperties>
</file>